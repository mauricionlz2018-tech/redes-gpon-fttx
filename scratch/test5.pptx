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Tahoma-regular.fntdata"/><Relationship Id="rId22" Type="http://schemas.openxmlformats.org/officeDocument/2006/relationships/font" Target="fonts/Tahoma-bold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1.png"/><Relationship Id="rId11" Type="http://schemas.openxmlformats.org/officeDocument/2006/relationships/image" Target="../media/image17.png"/><Relationship Id="rId12" Type="http://schemas.openxmlformats.org/officeDocument/2006/relationships/image" Target="../media/image10.png"/><Relationship Id="rId13" Type="http://schemas.openxmlformats.org/officeDocument/2006/relationships/image" Target="../media/image9.png"/><Relationship Id="rId14" Type="http://schemas.openxmlformats.org/officeDocument/2006/relationships/image" Target="../media/image6.png"/><Relationship Id="rId15" Type="http://schemas.openxmlformats.org/officeDocument/2006/relationships/image" Target="../media/image13.png"/><Relationship Id="rId16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hyperlink" Target="https://sg.com.mx/revista/17/sqlite-la-base-datos-embebida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3528" y="1576409"/>
            <a:ext cx="8606189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en Sistemas Computacionales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“Realizar la página web del CREDES”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Leonardo Becerril Sánchez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Asesor Interno: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I.S.C. Gerardo Moreno de Jesús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MEXIQUENSE DEL BICENTENARIO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 DE ESTUDIOS SUPERIORES  SAN JOSÉ DEL RINCÓN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619672" y="1124744"/>
            <a:ext cx="6624737" cy="455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(General y Específicos)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Centro Regional de Desarrollo Espacial, enfocado a la inserción de la juventud en materia de desarrollo e innovación de tecnología espacial.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Ubicado en Anillo perimetral 101. Parque industrial Santa Barbara, Atlacomulco, Méx.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2446" t="16890"/>
          <a:stretch/>
        </p:blipFill>
        <p:spPr>
          <a:xfrm>
            <a:off x="2051720" y="3415119"/>
            <a:ext cx="5040560" cy="22768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3"/>
          <p:cNvSpPr txBox="1"/>
          <p:nvPr/>
        </p:nvSpPr>
        <p:spPr>
          <a:xfrm>
            <a:off x="2339752" y="5805265"/>
            <a:ext cx="52565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1. Localización geográfica del CREDES Estado De México.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194" y="910329"/>
            <a:ext cx="6624736" cy="4458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242650" y="3513830"/>
            <a:ext cx="702437" cy="4320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115616" y="5357637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2. Organigrama de la Coordinación General de Investigación Científica y Desarrollo Tecnológico Espacial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539550" y="1274517"/>
            <a:ext cx="8064900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siguiente presentación tiene como propósito mostrar el proyecto llevado a cabo en el Centro Regional de Desarrollo Espacial (CREDES) perteneciente a la Agencia Espacial Mexicana, el cual se trata de una página web informativa, que fue implementada en un servidor gubernamental.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7936" y="1236044"/>
            <a:ext cx="8064896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 los Centros Regionales de Desarrollo Espacial presentan un grave problema. Debido a que son organismos de reciente creación, son poco conocidos y esto se refleja, con una escasez de personal lo cual conlleva a una participación mínima en proyectos sobresalientes provocando así poco apoyo económico por parte de la coordinación general.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¿Será posible dar a conocer estos centros mediante la implementación de una página web?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Planteamiento de problema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6/15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7/15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1775" y="1207437"/>
            <a:ext cx="7778097" cy="3584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 una página web que se encuentre alojada en un dominio gubernamental permitirá que personas interesadas y capacitadas que visiten el sitio oficial de la Agencia Espacial Mexicana se enteren de estos lugares enfocados al desarrollo y la innovación de tecnología espacial, generando un incremento en el personal, a su vez aumentando el presupuesto destinado a estos organismos para proyectos más grandes.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79424" y="887932"/>
            <a:ext cx="7704856" cy="3910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Publicar una página web que permita dar a conocer información sobresaliente de los Centros Regionales de Desarrollo Espacial (CREDES) con sedes en Atlacomulco, Estado de México y Zacatecas, Zacatecas.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8/15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779424" y="887932"/>
            <a:ext cx="7704856" cy="55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los requerimientos de la organización, y establecer prioridades.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Maquetar cada uno de los módulos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cada una de las interfaces pertenecientes a los módulos.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Codificar cada uno de los módulos que integran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pruebas piloto del funcionamiento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Publicar el proyecto en un dominio gubernamental.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9/15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685382" y="938416"/>
            <a:ext cx="7704856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 desarrollo de esta página web se utilizaron las siguientes herramientas.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540128" y="0"/>
            <a:ext cx="3603872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10/15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3121252" y="5738617"/>
            <a:ext cx="4218096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3. Herramientas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10"/>
          <p:cNvGrpSpPr/>
          <p:nvPr/>
        </p:nvGrpSpPr>
        <p:grpSpPr>
          <a:xfrm>
            <a:off x="920847" y="2427805"/>
            <a:ext cx="7540829" cy="3194975"/>
            <a:chOff x="920847" y="2427805"/>
            <a:chExt cx="7540829" cy="3194975"/>
          </a:xfrm>
        </p:grpSpPr>
        <p:pic>
          <p:nvPicPr>
            <p:cNvPr descr="Bootstrap - Free logo icons" id="172" name="Google Shape;17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184" y="243989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s - Iconos gratis de logo" id="173" name="Google Shape;17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91047" y="244402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ss 3 - Iconos gratis de tecnología" id="174" name="Google Shape;17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45321" y="243344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ml 5 - Iconos gratis de marcas y logotipos" id="175" name="Google Shape;17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0847" y="242780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Google Chrome icon (February 2022).svg - Wikipedia ..." id="176" name="Google Shape;17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07784" y="3637204"/>
              <a:ext cx="845052" cy="84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le:Visual Studio Code 1.35 icon.svg - Wikimedia Commons" id="177" name="Google Shape;177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89783" y="3693645"/>
              <a:ext cx="836712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Logo Google Analytics.svg - Wikipedia, la enciclopedia libre" id="178" name="Google Shape;178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05496" y="3639967"/>
              <a:ext cx="2431614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jor Hosting Gratis de Mexico 2020 | Hosting Gratuito" id="179" name="Google Shape;179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39338" y="3637207"/>
              <a:ext cx="949588" cy="949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Xampp logo.svg - Wikipedia, la enciclopedia libre" id="180" name="Google Shape;180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07784" y="4840569"/>
              <a:ext cx="2543964" cy="664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HP - Wikipedia, la enciclopedia libre" id="181" name="Google Shape;181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140710" y="4838138"/>
              <a:ext cx="1380485" cy="745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mazon RDS for MySQL – Amazon Web Services (AWS)" id="182" name="Google Shape;182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96357" y="4838138"/>
              <a:ext cx="1516114" cy="78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498350" y="2442250"/>
              <a:ext cx="1963326" cy="784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10"/>
          <p:cNvSpPr/>
          <p:nvPr/>
        </p:nvSpPr>
        <p:spPr>
          <a:xfrm>
            <a:off x="736575" y="2262450"/>
            <a:ext cx="8012700" cy="34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Picture 184" descr="fig_herramientas_gp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1828800"/>
            <a:ext cx="6400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6242756" y="-6200"/>
            <a:ext cx="2901219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Evidencia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55576" y="1556791"/>
            <a:ext cx="7736367" cy="28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515360" y="2942273"/>
            <a:ext cx="1044575" cy="47498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877" y="983350"/>
            <a:ext cx="7802244" cy="491617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2051720" y="2571744"/>
            <a:ext cx="1044575" cy="48641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096300" y="3072775"/>
            <a:ext cx="1044600" cy="47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3583225" y="3558901"/>
            <a:ext cx="1602300" cy="292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569246" y="3851753"/>
            <a:ext cx="2946969" cy="35909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3347864" y="5949280"/>
            <a:ext cx="3814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4. Cronograma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185450" y="4210850"/>
            <a:ext cx="1791083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976534" y="4687152"/>
            <a:ext cx="349956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051720" y="5197888"/>
            <a:ext cx="5274770" cy="29286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971600" y="1340768"/>
            <a:ext cx="7200900" cy="4031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vez concluido el diseño y codificación de la página web, así como sometido el proyecto a una serie de pruebas pertinentes se puede concluir lo siguiente: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objetivo general se cumplido de manera satisfactoria ya que la página web se diseñó, configuro e implemento con base en los requerimientos establecidos por la Agencia Espacial Mexicana.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 señalar que se integra también un módulo para la administración de imágenes que integran la página, así como Google Analytics para el análisis de datos.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68266" y="0"/>
            <a:ext cx="2675734" cy="63094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971600" y="1340768"/>
            <a:ext cx="7200900" cy="449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sitios web: ¿Qué es la web?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(s. f.). GCFGlobal.org. Recuperado 4 de octubre de 2022, de https://edu.gcfglobal.org/es/creacion-de-sitios-web/que-es-la-web/1/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web responsivo  |  Central de la Búsqueda  |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Google Developers. Recuperado 4 de octubre de 2022, de https://developers.google.com/search/mobile-sites/mobile-seo/responsive-design?hl=es-419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Marín, R. (2022, 26 septiembre). Los gestores de bases de datos más usados en la actualidad. Canal Informática y TICS. https://www.inesem.es/revistadigital/informatica-y-tics/los-gestores-de-bases-de-datos-mas-usados/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SQLite: La Base de Datos Embebida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SG Buzz. </a:t>
            </a:r>
            <a:r>
              <a:rPr b="0" i="0" lang="es-E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https://sg.com.mx/revista/17/sqlite-la-base-datos-embebida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468266" y="0"/>
            <a:ext cx="2675734" cy="116951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231" name="Google Shape;2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232" name="Google Shape;2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044623" y="1592786"/>
            <a:ext cx="3456203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Gracias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183489" y="2883442"/>
            <a:ext cx="5527219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¿Preguntas?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2002-01-26T11:17:21Z</dcterms:created>
  <dc:creator>luid</dc:creator>
</cp:coreProperties>
</file>