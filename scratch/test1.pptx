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(General y Específicos)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515360" y="2942273"/>
            <a:ext cx="1044575" cy="47498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2051720" y="2571744"/>
            <a:ext cx="1044575" cy="48641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96300" y="3072775"/>
            <a:ext cx="1044600" cy="4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83225" y="3558901"/>
            <a:ext cx="1602300" cy="29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69246" y="3851753"/>
            <a:ext cx="2946969" cy="3590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185450" y="4210850"/>
            <a:ext cx="1791083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976534" y="4687152"/>
            <a:ext cx="349956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051720" y="5197888"/>
            <a:ext cx="5274770" cy="29286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