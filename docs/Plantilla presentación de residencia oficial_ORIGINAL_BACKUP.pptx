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3"/>
  </p:notesMasterIdLst>
  <p:sldIdLst>
    <p:sldId id="257" r:id="rId2"/>
    <p:sldId id="263" r:id="rId3"/>
    <p:sldId id="264" r:id="rId4"/>
    <p:sldId id="287" r:id="rId5"/>
    <p:sldId id="286" r:id="rId6"/>
    <p:sldId id="268" r:id="rId7"/>
    <p:sldId id="290" r:id="rId8"/>
    <p:sldId id="289" r:id="rId9"/>
    <p:sldId id="273" r:id="rId10"/>
    <p:sldId id="291" r:id="rId11"/>
    <p:sldId id="288" r:id="rId1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  <a:srgbClr val="336600"/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EA10C7-DC97-E56B-3877-3CCCA46943C4}" v="31" dt="2026-09-29T23:38:03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4" autoAdjust="0"/>
    <p:restoredTop sz="89617" autoAdjust="0"/>
  </p:normalViewPr>
  <p:slideViewPr>
    <p:cSldViewPr>
      <p:cViewPr varScale="1">
        <p:scale>
          <a:sx n="96" d="100"/>
          <a:sy n="96" d="100"/>
        </p:scale>
        <p:origin x="212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74381-B792-4696-991D-57075DD6932F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D63ED-674D-4CE9-8109-5B0BAA857EE4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299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12CA3-780B-4961-B1B4-8EEEB9099B52}" type="datetimeFigureOut">
              <a:rPr lang="es-ES" smtClean="0"/>
              <a:pPr/>
              <a:t>29/09/2026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0C59E-2833-4080-BB59-5107E793FAE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Imagen 1" descr="Logo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85728"/>
            <a:ext cx="1193801" cy="568325"/>
          </a:xfrm>
          <a:prstGeom prst="rect">
            <a:avLst/>
          </a:prstGeom>
          <a:noFill/>
        </p:spPr>
      </p:pic>
      <p:pic>
        <p:nvPicPr>
          <p:cNvPr id="8" name="Picture 2" descr="sanjos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56504" y="214290"/>
            <a:ext cx="1430338" cy="560388"/>
          </a:xfrm>
          <a:prstGeom prst="rect">
            <a:avLst/>
          </a:prstGeom>
          <a:noFill/>
        </p:spPr>
      </p:pic>
      <p:sp>
        <p:nvSpPr>
          <p:cNvPr id="14" name="13 CuadroTexto"/>
          <p:cNvSpPr txBox="1"/>
          <p:nvPr/>
        </p:nvSpPr>
        <p:spPr>
          <a:xfrm>
            <a:off x="6300192" y="6100724"/>
            <a:ext cx="26295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ES" sz="2000" dirty="0"/>
              <a:t>Octubre de 2026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323528" y="1576409"/>
            <a:ext cx="860618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b="1" dirty="0"/>
              <a:t>Carrera: </a:t>
            </a:r>
          </a:p>
          <a:p>
            <a:pPr algn="ctr"/>
            <a:r>
              <a:rPr lang="es-MX" sz="2200" dirty="0"/>
              <a:t>Ingeniería en Sistemas Computacionales </a:t>
            </a:r>
          </a:p>
          <a:p>
            <a:pPr algn="ctr"/>
            <a:endParaRPr lang="es-MX" sz="2200" dirty="0"/>
          </a:p>
          <a:p>
            <a:pPr algn="ctr"/>
            <a:r>
              <a:rPr lang="es-MX" sz="2200" b="1" dirty="0"/>
              <a:t>(Tema del proyecto)</a:t>
            </a:r>
          </a:p>
          <a:p>
            <a:pPr algn="ctr"/>
            <a:r>
              <a:rPr lang="es-MX" sz="2200" dirty="0"/>
              <a:t>“</a:t>
            </a:r>
            <a:r>
              <a:rPr lang="es-ES" sz="2200" dirty="0"/>
              <a:t>Sistema Integral para……</a:t>
            </a:r>
            <a:r>
              <a:rPr lang="es-MX" sz="2200" dirty="0"/>
              <a:t>”</a:t>
            </a:r>
          </a:p>
          <a:p>
            <a:pPr algn="ctr"/>
            <a:endParaRPr lang="es-MX" sz="2200" b="1" dirty="0"/>
          </a:p>
          <a:p>
            <a:pPr algn="ctr"/>
            <a:r>
              <a:rPr lang="es-MX" sz="2200" b="1" dirty="0"/>
              <a:t>Presenta: </a:t>
            </a:r>
          </a:p>
          <a:p>
            <a:pPr algn="ctr"/>
            <a:r>
              <a:rPr lang="es-MX" sz="2200" dirty="0"/>
              <a:t>María de las Nieves Sánchez</a:t>
            </a:r>
          </a:p>
          <a:p>
            <a:pPr algn="ctr"/>
            <a:endParaRPr lang="es-MX" sz="1900" dirty="0"/>
          </a:p>
          <a:p>
            <a:pPr algn="ctr"/>
            <a:r>
              <a:rPr lang="es-MX" sz="2200" b="1" dirty="0"/>
              <a:t>Asesor Interno: </a:t>
            </a:r>
          </a:p>
          <a:p>
            <a:pPr algn="ctr"/>
            <a:r>
              <a:rPr lang="es-MX" sz="2000" dirty="0"/>
              <a:t>Ing. Juan Luis Gómez </a:t>
            </a:r>
          </a:p>
          <a:p>
            <a:pPr algn="ctr"/>
            <a:endParaRPr lang="es-MX" sz="1900" dirty="0"/>
          </a:p>
          <a:p>
            <a:pPr algn="ctr"/>
            <a:endParaRPr lang="es-MX" sz="1900" dirty="0"/>
          </a:p>
          <a:p>
            <a:pPr algn="ctr"/>
            <a:endParaRPr lang="es-MX" sz="1900" dirty="0"/>
          </a:p>
        </p:txBody>
      </p:sp>
      <p:sp>
        <p:nvSpPr>
          <p:cNvPr id="2" name="CuadroTexto 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/>
              <a:t>UNIVERSIDAD MEXIQUENSE DEL BICENTENARIO</a:t>
            </a:r>
          </a:p>
          <a:p>
            <a:pPr algn="ctr"/>
            <a:r>
              <a:rPr lang="es-MX" sz="2000" b="1" dirty="0"/>
              <a:t>UNIDAD DE ESTUDIOS SUPERIORES SAN JOSÉ DEL RINCÓN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8 Rectángulo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</a:rPr>
              <a:t>Agenda</a:t>
            </a:r>
            <a:r>
              <a:rPr lang="es-ES" sz="35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619672" y="1124744"/>
            <a:ext cx="6624737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800" dirty="0"/>
              <a:t>Institución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Introducción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Planteamiento del problema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Justificación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Objetivos (General y específicos)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Herramientas de desarrollo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Avance (Documento y proyecto)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Cronograma de actividades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Conclusiones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 Bibliografía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800" dirty="0"/>
              <a:t> Preguntas </a:t>
            </a:r>
          </a:p>
          <a:p>
            <a:endParaRPr lang="es-MX" sz="2400" b="1" dirty="0"/>
          </a:p>
        </p:txBody>
      </p:sp>
      <p:sp>
        <p:nvSpPr>
          <p:cNvPr id="8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ángulo 1"/>
          <p:cNvSpPr/>
          <p:nvPr/>
        </p:nvSpPr>
        <p:spPr>
          <a:xfrm>
            <a:off x="539552" y="1628800"/>
            <a:ext cx="80648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770" marR="50165" algn="just">
              <a:lnSpc>
                <a:spcPct val="150000"/>
              </a:lnSpc>
              <a:spcAft>
                <a:spcPts val="0"/>
              </a:spcAft>
            </a:pPr>
            <a:r>
              <a:rPr lang="es-ES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el presente….</a:t>
            </a:r>
            <a:endParaRPr lang="es-MX" sz="2400" dirty="0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8 Rectángulo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</a:rPr>
              <a:t>Introducción </a:t>
            </a:r>
            <a:endParaRPr lang="es-ES" sz="3500" dirty="0">
              <a:ln w="0">
                <a:solidFill>
                  <a:schemeClr val="accent3">
                    <a:lumMod val="50000"/>
                  </a:schemeClr>
                </a:solidFill>
              </a:ln>
              <a:solidFill>
                <a:schemeClr val="accent3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77323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ángulo 1"/>
          <p:cNvSpPr/>
          <p:nvPr/>
        </p:nvSpPr>
        <p:spPr>
          <a:xfrm>
            <a:off x="737936" y="1268760"/>
            <a:ext cx="8064896" cy="51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770" marR="50165" algn="just">
              <a:lnSpc>
                <a:spcPct val="150000"/>
              </a:lnSpc>
              <a:spcAft>
                <a:spcPts val="0"/>
              </a:spcAft>
            </a:pPr>
            <a:r>
              <a:rPr lang="es-MX" sz="21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Actualmente en….</a:t>
            </a:r>
            <a:endParaRPr lang="es-MX" sz="2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8 Rectángulo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</a:rPr>
              <a:t>Planteamiento de problema</a:t>
            </a:r>
            <a:endParaRPr lang="es-ES" sz="3500" dirty="0">
              <a:ln w="0">
                <a:solidFill>
                  <a:schemeClr val="accent3">
                    <a:lumMod val="50000"/>
                  </a:schemeClr>
                </a:solidFill>
              </a:ln>
              <a:solidFill>
                <a:schemeClr val="accent3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145341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8 Rectángulo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</a:rPr>
              <a:t>Justificación</a:t>
            </a:r>
          </a:p>
        </p:txBody>
      </p:sp>
      <p:sp>
        <p:nvSpPr>
          <p:cNvPr id="5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5/11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13846" y="1144665"/>
            <a:ext cx="777809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200" dirty="0">
                <a:latin typeface="Arial" panose="020B0604020202020204" pitchFamily="34" charset="0"/>
                <a:cs typeface="Arial" panose="020B0604020202020204" pitchFamily="34" charset="0"/>
              </a:rPr>
              <a:t>El desarrollo de un sistema de información permite ….</a:t>
            </a:r>
          </a:p>
        </p:txBody>
      </p:sp>
    </p:spTree>
    <p:extLst>
      <p:ext uri="{BB962C8B-B14F-4D97-AF65-F5344CB8AC3E}">
        <p14:creationId xmlns:p14="http://schemas.microsoft.com/office/powerpoint/2010/main" val="45549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ángulo 5"/>
          <p:cNvSpPr/>
          <p:nvPr/>
        </p:nvSpPr>
        <p:spPr>
          <a:xfrm>
            <a:off x="753344" y="1412776"/>
            <a:ext cx="77048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Objetivo general</a:t>
            </a:r>
            <a:endParaRPr lang="es-MX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s-MX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Desarrollar e implementar un sistema de información ….</a:t>
            </a:r>
            <a:r>
              <a:rPr lang="es-ES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MX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8 Rectángulo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</a:rPr>
              <a:t>Objetivos</a:t>
            </a:r>
            <a:endParaRPr lang="es-ES" sz="3500" dirty="0">
              <a:ln w="0">
                <a:solidFill>
                  <a:schemeClr val="accent3">
                    <a:lumMod val="50000"/>
                  </a:schemeClr>
                </a:solidFill>
              </a:ln>
              <a:solidFill>
                <a:schemeClr val="accent3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304782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ángulo 5"/>
          <p:cNvSpPr/>
          <p:nvPr/>
        </p:nvSpPr>
        <p:spPr>
          <a:xfrm>
            <a:off x="753344" y="1412776"/>
            <a:ext cx="7704856" cy="5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E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Herramientas de desarrollo</a:t>
            </a:r>
            <a:endParaRPr lang="es-MX" sz="2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8 Rectángulo"/>
          <p:cNvSpPr/>
          <p:nvPr/>
        </p:nvSpPr>
        <p:spPr>
          <a:xfrm>
            <a:off x="5554435" y="16623"/>
            <a:ext cx="3576621" cy="83099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</a:rPr>
              <a:t>Herramientas</a:t>
            </a:r>
            <a:endParaRPr lang="es-ES" sz="3500" dirty="0">
              <a:ln w="0">
                <a:solidFill>
                  <a:schemeClr val="accent3">
                    <a:lumMod val="50000"/>
                  </a:schemeClr>
                </a:solidFill>
              </a:ln>
              <a:solidFill>
                <a:schemeClr val="accent3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671264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8 Rectángulo"/>
          <p:cNvSpPr/>
          <p:nvPr/>
        </p:nvSpPr>
        <p:spPr>
          <a:xfrm>
            <a:off x="6525690" y="0"/>
            <a:ext cx="1982017" cy="83099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</a:rPr>
              <a:t>Avance</a:t>
            </a:r>
          </a:p>
        </p:txBody>
      </p:sp>
      <p:sp>
        <p:nvSpPr>
          <p:cNvPr id="5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8/11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13846" y="1144665"/>
            <a:ext cx="7778097" cy="206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200" dirty="0">
                <a:latin typeface="Arial" panose="020B0604020202020204" pitchFamily="34" charset="0"/>
                <a:cs typeface="Arial" panose="020B0604020202020204" pitchFamily="34" charset="0"/>
              </a:rPr>
              <a:t>Link al documento….</a:t>
            </a:r>
          </a:p>
          <a:p>
            <a:pPr algn="just">
              <a:lnSpc>
                <a:spcPct val="150000"/>
              </a:lnSpc>
            </a:pPr>
            <a:endParaRPr lang="es-MX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sz="2200" dirty="0">
                <a:latin typeface="Arial" panose="020B0604020202020204" pitchFamily="34" charset="0"/>
                <a:cs typeface="Arial" panose="020B0604020202020204" pitchFamily="34" charset="0"/>
              </a:rPr>
              <a:t>Link al proyecto…</a:t>
            </a:r>
          </a:p>
        </p:txBody>
      </p:sp>
    </p:spTree>
    <p:extLst>
      <p:ext uri="{BB962C8B-B14F-4D97-AF65-F5344CB8AC3E}">
        <p14:creationId xmlns:p14="http://schemas.microsoft.com/office/powerpoint/2010/main" val="242476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uadroTexto 4"/>
          <p:cNvSpPr txBox="1"/>
          <p:nvPr/>
        </p:nvSpPr>
        <p:spPr>
          <a:xfrm>
            <a:off x="971600" y="1340768"/>
            <a:ext cx="7200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2000" dirty="0"/>
              <a:t>Una vez concluida la primer fase del proyecto…, el cual se centra en desarrollo de….., se llegó a la siguiente conclusión preliminar: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MX" sz="20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2000" dirty="0"/>
              <a:t>En primera instancia se puede afirmar que el objetivo general y los objetivos específicos se cumplieron de manera satisfactoria, …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MX" sz="2000" dirty="0"/>
          </a:p>
        </p:txBody>
      </p:sp>
      <p:sp>
        <p:nvSpPr>
          <p:cNvPr id="6" name="8 Rectángulo"/>
          <p:cNvSpPr/>
          <p:nvPr/>
        </p:nvSpPr>
        <p:spPr>
          <a:xfrm>
            <a:off x="6468266" y="0"/>
            <a:ext cx="2675734" cy="630942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5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Conclusiones</a:t>
            </a:r>
          </a:p>
        </p:txBody>
      </p:sp>
      <p:sp>
        <p:nvSpPr>
          <p:cNvPr id="7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06871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8 Rectángulo"/>
          <p:cNvSpPr/>
          <p:nvPr/>
        </p:nvSpPr>
        <p:spPr>
          <a:xfrm>
            <a:off x="6017029" y="0"/>
            <a:ext cx="2999346" cy="830997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</a:rPr>
              <a:t>Bibliografía</a:t>
            </a:r>
          </a:p>
        </p:txBody>
      </p:sp>
      <p:sp>
        <p:nvSpPr>
          <p:cNvPr id="5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10/11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13846" y="1144665"/>
            <a:ext cx="7778097" cy="537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200" dirty="0">
                <a:latin typeface="Arial" panose="020B0604020202020204" pitchFamily="34" charset="0"/>
                <a:cs typeface="Arial" panose="020B0604020202020204" pitchFamily="34" charset="0"/>
              </a:rPr>
              <a:t>Referencias literarias</a:t>
            </a:r>
          </a:p>
        </p:txBody>
      </p:sp>
    </p:spTree>
    <p:extLst>
      <p:ext uri="{BB962C8B-B14F-4D97-AF65-F5344CB8AC3E}">
        <p14:creationId xmlns:p14="http://schemas.microsoft.com/office/powerpoint/2010/main" val="678487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256"/>
            <a:ext cx="9144000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Imagen 1" descr="Logo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85728"/>
            <a:ext cx="1193801" cy="568325"/>
          </a:xfrm>
          <a:prstGeom prst="rect">
            <a:avLst/>
          </a:prstGeom>
          <a:noFill/>
        </p:spPr>
      </p:pic>
      <p:pic>
        <p:nvPicPr>
          <p:cNvPr id="8" name="Picture 2" descr="sanjos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56504" y="214290"/>
            <a:ext cx="1430338" cy="560388"/>
          </a:xfrm>
          <a:prstGeom prst="rect">
            <a:avLst/>
          </a:prstGeom>
          <a:noFill/>
        </p:spPr>
      </p:pic>
      <p:sp>
        <p:nvSpPr>
          <p:cNvPr id="14" name="13 CuadroTexto"/>
          <p:cNvSpPr txBox="1"/>
          <p:nvPr/>
        </p:nvSpPr>
        <p:spPr>
          <a:xfrm>
            <a:off x="7080756" y="6114211"/>
            <a:ext cx="1977087" cy="4068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000" dirty="0"/>
              <a:t>Octubre de 2026</a:t>
            </a:r>
          </a:p>
        </p:txBody>
      </p:sp>
      <p:sp>
        <p:nvSpPr>
          <p:cNvPr id="9" name="8 Rectángulo"/>
          <p:cNvSpPr/>
          <p:nvPr/>
        </p:nvSpPr>
        <p:spPr>
          <a:xfrm>
            <a:off x="3044623" y="1592786"/>
            <a:ext cx="3456203" cy="13234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Gracias </a:t>
            </a:r>
          </a:p>
        </p:txBody>
      </p:sp>
      <p:sp>
        <p:nvSpPr>
          <p:cNvPr id="10" name="8 Rectángulo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11/11</a:t>
            </a:r>
          </a:p>
        </p:txBody>
      </p:sp>
      <p:sp>
        <p:nvSpPr>
          <p:cNvPr id="11" name="8 Rectángulo"/>
          <p:cNvSpPr/>
          <p:nvPr/>
        </p:nvSpPr>
        <p:spPr>
          <a:xfrm>
            <a:off x="2183489" y="2883442"/>
            <a:ext cx="5527219" cy="13234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dirty="0">
                <a:ln w="0"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¿Preguntas? </a:t>
            </a:r>
          </a:p>
        </p:txBody>
      </p:sp>
    </p:spTree>
    <p:extLst>
      <p:ext uri="{BB962C8B-B14F-4D97-AF65-F5344CB8AC3E}">
        <p14:creationId xmlns:p14="http://schemas.microsoft.com/office/powerpoint/2010/main" val="12636775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2213</TotalTime>
  <Words>190</Words>
  <Application>Microsoft Office PowerPoint</Application>
  <PresentationFormat>Presentación en pantalla (4:3)</PresentationFormat>
  <Paragraphs>63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operación para Residencias profesionales</dc:title>
  <dc:creator>luid</dc:creator>
  <cp:lastModifiedBy>Gerardo Moreno De Jesus</cp:lastModifiedBy>
  <cp:revision>174</cp:revision>
  <dcterms:created xsi:type="dcterms:W3CDTF">2002-01-26T11:17:21Z</dcterms:created>
  <dcterms:modified xsi:type="dcterms:W3CDTF">2026-09-29T23:38:18Z</dcterms:modified>
</cp:coreProperties>
</file>